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15584" y="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59552" y="25603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51206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5584" y="51206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9552" y="76809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02412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15584" y="102412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9552" y="128016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53619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5584" y="153619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9552" y="179222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04825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5584" y="204825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30428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56032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15584" y="256032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9552" y="281635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307238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15584" y="307238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9552" y="332841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358444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5584" y="358444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3840480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409651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15584" y="4096512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59552" y="4352544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460857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15584" y="4608576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9552" y="4864608"/>
            <a:ext cx="256032" cy="256032"/>
          </a:xfrm>
          <a:prstGeom prst="rect">
            <a:avLst/>
          </a:prstGeom>
          <a:solidFill>
            <a:srgbClr val="FFA000">
              <a:alpha val="60000"/>
            </a:srgbClr>
          </a:solidFill>
          <a:ln w="12700">
            <a:solidFill>
              <a:srgbClr val="FFA000">
                <a:alpha val="60000"/>
              </a:srgbClr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097280"/>
            <a:ext cx="2743200" cy="2743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57200" y="640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</a:t>
            </a:r>
            <a:endParaRPr lang="en-US" sz="5200" dirty="0"/>
          </a:p>
        </p:txBody>
      </p:sp>
      <p:sp>
        <p:nvSpPr>
          <p:cNvPr id="35" name="Text 32"/>
          <p:cNvSpPr/>
          <p:nvPr/>
        </p:nvSpPr>
        <p:spPr>
          <a:xfrm>
            <a:off x="457200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</a:t>
            </a:r>
            <a:endParaRPr lang="en-US" sz="5200" dirty="0"/>
          </a:p>
        </p:txBody>
      </p:sp>
      <p:sp>
        <p:nvSpPr>
          <p:cNvPr id="36" name="Text 33"/>
          <p:cNvSpPr/>
          <p:nvPr/>
        </p:nvSpPr>
        <p:spPr>
          <a:xfrm>
            <a:off x="4572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Management System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57200" y="2971800"/>
            <a:ext cx="22860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BCS16A  ·  Oracle Database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Ubaid Mohmed Dahir  ·  June 28, 2026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41605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1952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30368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5856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3296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58784" y="960120"/>
            <a:ext cx="237744" cy="2286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"/>
            <a:ext cx="822960" cy="8229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80160" y="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132320" y="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RapidRide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ride-hailing platform connecting customers with drivers, managing bookings, payments, and reviews — built on Oracle Database 21c with Oracle APEX frontend.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0040" y="22402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224028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" y="2651760"/>
            <a:ext cx="2011680" cy="2743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350008"/>
            <a:ext cx="475488" cy="4754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20040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29768" y="3410712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rides · View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payments · Submit reviews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2468880" y="22402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2468880" y="224028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468880" y="2651760"/>
            <a:ext cx="2011680" cy="27432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350008"/>
            <a:ext cx="475488" cy="4754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2468880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2578608" y="3410712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requests · Complete trips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earnings · View ratings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617720" y="22402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617720" y="224028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617720" y="2651760"/>
            <a:ext cx="20116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2350008"/>
            <a:ext cx="475488" cy="4754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617720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4727448" y="3410712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· View reports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activity · Audit logs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766560" y="2240280"/>
            <a:ext cx="201168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766560" y="2240280"/>
            <a:ext cx="2011680" cy="685800"/>
          </a:xfrm>
          <a:prstGeom prst="roundRect">
            <a:avLst>
              <a:gd name="adj" fmla="val 16000"/>
            </a:avLst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766560" y="2651760"/>
            <a:ext cx="2011680" cy="2743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2350008"/>
            <a:ext cx="475488" cy="47548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766560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876288" y="3410712"/>
            <a:ext cx="1792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operations · Promotions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data review ·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TECHNOLOGY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2801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2D2D2D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13-TABLE DATABASE SCHEMA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92024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9202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920240" y="19202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stats, account status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228600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2860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920240" y="22860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earnings, licensing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265176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6517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20240" y="26517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transaction &amp; status flow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11480" y="301752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0175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920240" y="30175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tracking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38328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3832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33832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driver feedback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374904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7490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920240" y="37490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Driver-vehicle association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411480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11480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920240" y="41148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usage limits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4480560"/>
            <a:ext cx="3657600" cy="301752"/>
          </a:xfrm>
          <a:prstGeom prst="roundRect">
            <a:avLst>
              <a:gd name="adj" fmla="val 15152"/>
            </a:avLst>
          </a:prstGeom>
          <a:solidFill>
            <a:srgbClr val="2D2D2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48056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920240" y="448056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modification logging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128016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2D2D2D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709160" y="192024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11680"/>
            <a:ext cx="438912" cy="4389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49240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34924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21c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709160" y="2670048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761488"/>
            <a:ext cx="438912" cy="4389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49240" y="2706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349240" y="2990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· Packages · Triggers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709160" y="3419856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11296"/>
            <a:ext cx="438912" cy="43891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4924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349240" y="3739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23.1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709160" y="4169664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3A3A3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261104"/>
            <a:ext cx="438912" cy="43891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34924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349240" y="4489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6736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5648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3472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0208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5856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22592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1504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0416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877824"/>
            <a:ext cx="219456" cy="21945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 FEATURES &amp; TESTING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1234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 IMPLEMENTATION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1664208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Package: pkg_ride_management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88920" y="1664208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8036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6 Stored Procedures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139696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1396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2 Functions (fare calc, ratings)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88920" y="2139696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80360" y="21396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 Triggers (BEFORE &amp; AFTER)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615184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2615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Explicit Cursors &amp; FOR Loops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88920" y="2615184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80360" y="2615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%ROWTYPE &amp; User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090672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Associative Arrays &amp; Nested Tables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88920" y="3090672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880360" y="3090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Predefined &amp; Custom Exceptions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RESULTS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120640" y="1664208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12080" y="1737360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52160" y="1728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Books a Ride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20665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Select locations → Choose vehicle → Fare calculated → Status: REQUESTED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120640" y="27432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12080" y="281635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8163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5216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Assigned to Ride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30368" y="31455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ride → Assigns driver → Status: ACCEPTED → Event logged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120640" y="3822192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12080" y="3895344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38953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5216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Ride &amp; Payment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30368" y="42245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ride → Status: COMPLETED → Cash payment processed → Earnings updated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743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5486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8229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10972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024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13716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9456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16459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2024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6888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19202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28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4592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9456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0" y="21945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7160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2024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46888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17520" y="24688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728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4592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0" y="27432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7160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2024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6888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017520" y="30175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728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4592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9456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0" y="32918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296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37160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92024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6888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17520" y="35661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728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4592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19456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0" y="384048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37160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92024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46888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017520" y="411480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4864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9728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4592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19456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0" y="438912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7432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2296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37160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92024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46888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017520" y="466344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864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728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64592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9456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743200" y="4937760"/>
            <a:ext cx="274320" cy="274320"/>
          </a:xfrm>
          <a:prstGeom prst="rect">
            <a:avLst/>
          </a:prstGeom>
          <a:solidFill>
            <a:srgbClr val="FFA000">
              <a:alpha val="50000"/>
            </a:srgbClr>
          </a:solidFill>
          <a:ln w="12700">
            <a:solidFill>
              <a:srgbClr val="FFA000">
                <a:alpha val="50000"/>
              </a:srgbClr>
            </a:solidFill>
            <a:prstDash val="solid"/>
          </a:ln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920240" cy="1920240"/>
          </a:xfrm>
          <a:prstGeom prst="rect">
            <a:avLst/>
          </a:prstGeom>
        </p:spPr>
      </p:pic>
      <p:sp>
        <p:nvSpPr>
          <p:cNvPr id="118" name="Text 115"/>
          <p:cNvSpPr/>
          <p:nvPr/>
        </p:nvSpPr>
        <p:spPr>
          <a:xfrm>
            <a:off x="182880" y="2606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2200" dirty="0"/>
          </a:p>
        </p:txBody>
      </p:sp>
      <p:sp>
        <p:nvSpPr>
          <p:cNvPr id="119" name="Text 116"/>
          <p:cNvSpPr/>
          <p:nvPr/>
        </p:nvSpPr>
        <p:spPr>
          <a:xfrm>
            <a:off x="182880" y="3749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E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</a:t>
            </a:r>
            <a:endParaRPr lang="en-US" sz="1100" dirty="0"/>
          </a:p>
        </p:txBody>
      </p:sp>
      <p:sp>
        <p:nvSpPr>
          <p:cNvPr id="120" name="Text 117"/>
          <p:cNvSpPr/>
          <p:nvPr/>
        </p:nvSpPr>
        <p:spPr>
          <a:xfrm>
            <a:off x="3474720" y="274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SUMMARY</a:t>
            </a:r>
            <a:endParaRPr lang="en-US" sz="2000" dirty="0"/>
          </a:p>
        </p:txBody>
      </p:sp>
      <p:sp>
        <p:nvSpPr>
          <p:cNvPr id="121" name="Shape 118"/>
          <p:cNvSpPr/>
          <p:nvPr/>
        </p:nvSpPr>
        <p:spPr>
          <a:xfrm>
            <a:off x="3474720" y="8686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D2D2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3474720" y="914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400" dirty="0"/>
          </a:p>
        </p:txBody>
      </p:sp>
      <p:sp>
        <p:nvSpPr>
          <p:cNvPr id="123" name="Text 120"/>
          <p:cNvSpPr/>
          <p:nvPr/>
        </p:nvSpPr>
        <p:spPr>
          <a:xfrm>
            <a:off x="3474720" y="1380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24" name="Shape 121"/>
          <p:cNvSpPr/>
          <p:nvPr/>
        </p:nvSpPr>
        <p:spPr>
          <a:xfrm>
            <a:off x="6172200" y="8686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D2D2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6172200" y="914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26" name="Text 123"/>
          <p:cNvSpPr/>
          <p:nvPr/>
        </p:nvSpPr>
        <p:spPr>
          <a:xfrm>
            <a:off x="6172200" y="1380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>
            <a:off x="3474720" y="1947672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D2D2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3474720" y="19933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29" name="Text 126"/>
          <p:cNvSpPr/>
          <p:nvPr/>
        </p:nvSpPr>
        <p:spPr>
          <a:xfrm>
            <a:off x="3474720" y="2459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130" name="Shape 127"/>
          <p:cNvSpPr/>
          <p:nvPr/>
        </p:nvSpPr>
        <p:spPr>
          <a:xfrm>
            <a:off x="6172200" y="1947672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D2D2D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6172200" y="19933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32" name="Text 129"/>
          <p:cNvSpPr/>
          <p:nvPr/>
        </p:nvSpPr>
        <p:spPr>
          <a:xfrm>
            <a:off x="6172200" y="2459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133" name="Text 130"/>
          <p:cNvSpPr/>
          <p:nvPr/>
        </p:nvSpPr>
        <p:spPr>
          <a:xfrm>
            <a:off x="3474720" y="31089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—  Group 1, BCS16A</a:t>
            </a:r>
            <a:endParaRPr lang="en-US" sz="1300" dirty="0"/>
          </a:p>
        </p:txBody>
      </p:sp>
      <p:sp>
        <p:nvSpPr>
          <p:cNvPr id="134" name="Text 131"/>
          <p:cNvSpPr/>
          <p:nvPr/>
        </p:nvSpPr>
        <p:spPr>
          <a:xfrm>
            <a:off x="3474720" y="3520440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Hafsa Hussein Ahmed  ·  DB Architect</a:t>
            </a:r>
            <a:endParaRPr lang="en-US" sz="1000" dirty="0"/>
          </a:p>
        </p:txBody>
      </p:sp>
      <p:sp>
        <p:nvSpPr>
          <p:cNvPr id="135" name="Text 132"/>
          <p:cNvSpPr/>
          <p:nvPr/>
        </p:nvSpPr>
        <p:spPr>
          <a:xfrm>
            <a:off x="3474720" y="377647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Dahran Sharif Omar  ·  PL/SQL Developer</a:t>
            </a:r>
            <a:endParaRPr lang="en-US" sz="1000" dirty="0"/>
          </a:p>
        </p:txBody>
      </p:sp>
      <p:sp>
        <p:nvSpPr>
          <p:cNvPr id="136" name="Text 133"/>
          <p:cNvSpPr/>
          <p:nvPr/>
        </p:nvSpPr>
        <p:spPr>
          <a:xfrm>
            <a:off x="3474720" y="403250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Sumaya Mohamed Dahir  ·  Frontend Dev</a:t>
            </a:r>
            <a:endParaRPr lang="en-US" sz="1000" dirty="0"/>
          </a:p>
        </p:txBody>
      </p:sp>
      <p:sp>
        <p:nvSpPr>
          <p:cNvPr id="137" name="Text 134"/>
          <p:cNvSpPr/>
          <p:nvPr/>
        </p:nvSpPr>
        <p:spPr>
          <a:xfrm>
            <a:off x="3474720" y="428853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Adno Abdi Tahliil  ·  Testing &amp; Frontend</a:t>
            </a:r>
            <a:endParaRPr lang="en-US" sz="1000" dirty="0"/>
          </a:p>
        </p:txBody>
      </p:sp>
      <p:sp>
        <p:nvSpPr>
          <p:cNvPr id="138" name="Text 135"/>
          <p:cNvSpPr/>
          <p:nvPr/>
        </p:nvSpPr>
        <p:spPr>
          <a:xfrm>
            <a:off x="3474720" y="4544568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Ajmal Abdinasir  ·  GitHub &amp; Docs</a:t>
            </a:r>
            <a:endParaRPr lang="en-US" sz="1000" dirty="0"/>
          </a:p>
        </p:txBody>
      </p:sp>
      <p:sp>
        <p:nvSpPr>
          <p:cNvPr id="139" name="Text 136"/>
          <p:cNvSpPr/>
          <p:nvPr/>
        </p:nvSpPr>
        <p:spPr>
          <a:xfrm>
            <a:off x="347472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"Rising every time we fail."  — Confucius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RapidRide Project Report</dc:title>
  <dc:subject>PptxGenJS Presentation</dc:subject>
  <dc:creator>PptxGenJS</dc:creator>
  <cp:lastModifiedBy>PptxGenJS</cp:lastModifiedBy>
  <cp:revision>1</cp:revision>
  <dcterms:created xsi:type="dcterms:W3CDTF">2026-06-28T07:17:39Z</dcterms:created>
  <dcterms:modified xsi:type="dcterms:W3CDTF">2026-06-28T07:17:39Z</dcterms:modified>
</cp:coreProperties>
</file>